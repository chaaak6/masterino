
<file path=ppt/presentation.xml><?xml version="1.0" encoding="utf-8"?>
<presentation/>
</file>